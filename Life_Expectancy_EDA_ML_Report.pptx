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Life Expectancy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Exploratory Data Analysis and Machine Learning</a:t>
            </a:r>
          </a:p>
          <a:p>
            <a:r>
              <a:t>Dataset Source: WHO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2,938 records with 22 columns.</a:t>
            </a:r>
          </a:p>
          <a:p>
            <a:r>
              <a:t>- Features include demographics, health, economic indicators.</a:t>
            </a:r>
          </a:p>
          <a:p>
            <a:r>
              <a:t>- Target Variable: Life Expectancy</a:t>
            </a:r>
          </a:p>
          <a:p>
            <a:r>
              <a:t>- Includes both Developed and Developing countries (2000–2015)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Matrix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Schooling vs Life Expectancy</a:t>
            </a:r>
          </a:p>
        </p:txBody>
      </p:sp>
      <p:pic>
        <p:nvPicPr>
          <p:cNvPr id="3" name="Picture 2" descr="schooling_vs_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9436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Model was used to predict Life Expectancy.</a:t>
            </a:r>
          </a:p>
          <a:p>
            <a:r>
              <a:t>- Input Features: Health, economic, and demographic variables</a:t>
            </a:r>
          </a:p>
          <a:p>
            <a:r>
              <a:t>- R² Score: ~0.83</a:t>
            </a:r>
          </a:p>
          <a:p>
            <a:r>
              <a:t>- RMSE: ~2.6</a:t>
            </a:r>
          </a:p>
          <a:p>
            <a:r>
              <a:t>The model captures general trends well but has limitations due to data variance.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